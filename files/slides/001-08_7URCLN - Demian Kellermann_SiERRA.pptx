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de-DE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de-DE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EF2FEAF-44EB-40F0-B458-6BF6072B5AA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de-DE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lang="de-DE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de-DE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de-DE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de-DE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de-DE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de-D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de-D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de-D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de-D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A2C06A92-B367-44E9-9199-3B9DEB176800}" type="slidenum"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lang="de-DE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Slides Removed</a:t>
            </a:r>
            <a:endParaRPr lang="de-DE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1733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lang="de-DE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 response to recent copyright enforcement efforts, we’ve temporarily removed all slides. Please contact us if you’d like a copy of any presentation.</a:t>
            </a:r>
            <a:endParaRPr lang="de-DE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buNone/>
            </a:pPr>
            <a:endParaRPr lang="de-DE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buNone/>
            </a:pPr>
            <a:r>
              <a:rPr lang="de-DE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Thanks for your understanding.</a:t>
            </a:r>
            <a:endParaRPr lang="de-DE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" name=""/>
          <p:cNvPicPr/>
          <p:nvPr/>
        </p:nvPicPr>
        <p:blipFill>
          <a:blip r:embed="rId1"/>
          <a:stretch/>
        </p:blipFill>
        <p:spPr>
          <a:xfrm>
            <a:off x="3420000" y="3420000"/>
            <a:ext cx="3516480" cy="1858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Application>LibreOffice/25.8.5.2$Windows_X86_64 LibreOffice_project/9c8b85f387cc00a89945a79c9e6239f32e450ac2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2026-04-04T16:13:02Z</dcterms:created>
  <dc:creator/>
  <dc:description/>
  <dc:language>de-DE</dc:language>
  <cp:lastModifiedBy/>
  <cp:lastPrinted>2026-04-04T16:17:55Z</cp:lastPrinted>
  <dcterms:modified xsi:type="dcterms:W3CDTF">2026-04-04T16:21:01Z</dcterms:modified>
  <cp:revision>1</cp:revision>
  <dc:subject/>
  <dc:title/>
</cp:coreProperties>
</file>